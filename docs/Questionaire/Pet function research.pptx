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75"/>
    <p:restoredTop sz="94678"/>
  </p:normalViewPr>
  <p:slideViewPr>
    <p:cSldViewPr snapToGrid="0">
      <p:cViewPr varScale="1">
        <p:scale>
          <a:sx n="89" d="100"/>
          <a:sy n="89" d="100"/>
        </p:scale>
        <p:origin x="200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4" d="100"/>
          <a:sy n="94" d="100"/>
        </p:scale>
        <p:origin x="3152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808A61-A1A0-AC4B-823A-D45C088EA2A5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802E68-EB3F-C74A-8D10-3A6E51BE3F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376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72F63-92F0-9D4C-0077-52E688175D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0C5B30-D128-C677-6223-751FB064D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787C3-23E7-0A67-E2FF-5932CAF5C8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4CA68-C83D-304A-9858-DAFD7919524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B68D94-5CBC-724D-97FC-BED8F1138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6CB73C-C644-5EF0-B1BB-1B08B94CB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D9A6E3-B6C3-DF40-B612-1D2EBB94F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697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0C3D6-F38C-7364-A4A2-7D9684F91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BA7EC-90A4-9CE1-28EF-D43E0F9CB2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5BC428-AFA9-51E0-1C0F-4D7EE5B1A7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4CA68-C83D-304A-9858-DAFD7919524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510D0-440C-A1DA-938C-E7402F82E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D881C6-0871-F4D4-109F-971AF3F18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D9A6E3-B6C3-DF40-B612-1D2EBB94F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503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AF954-84A2-7DF9-5CA8-EEBE2F67B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917D6F-B4B4-5024-8D45-F89F10F3A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91A43-C314-068B-6063-8EE0D1EF30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4CA68-C83D-304A-9858-DAFD7919524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A1FCA-FC9B-C4B3-4B2B-66A95B46E3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F113A7-1657-8C94-749A-A99D86702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D9A6E3-B6C3-DF40-B612-1D2EBB94F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611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548B7-42B7-D3EF-750B-FF48C1FD7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3FA54-FFF0-4619-52D8-B66E51E691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B68E1A-992D-EC15-0D9B-8FF0FCBC91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7CCE7-A414-6C60-9860-BC3CB68A7D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4CA68-C83D-304A-9858-DAFD7919524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97F469-6BB1-2917-A08C-66E483C54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2A8CD3-6E57-40E3-B97D-294D9E6A4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D9A6E3-B6C3-DF40-B612-1D2EBB94F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24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D3CEF-1B3D-D7FB-E421-D55CF5244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5D3812-3C00-D0AF-ED41-DD15120E4A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8BD182-0DA2-81A4-A141-2F89C64782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61F4CE-B433-0F60-8080-8E06BD5A1E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633A5-E0F7-03B4-B7A3-8EF90577EC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3D52C4-48F3-6253-47D3-5F2373B4C9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4CA68-C83D-304A-9858-DAFD7919524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08726D-69B6-DEFF-48A9-85A01BAB4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6FE88B-5C71-2831-3753-486C93C7D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D9A6E3-B6C3-DF40-B612-1D2EBB94F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234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2617E-4FCB-376C-65EC-1CF27BA0A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957956-4792-3237-BE11-9C9B0A83BC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4CA68-C83D-304A-9858-DAFD7919524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022D66-DC45-5886-2E02-557672984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C09A47-EF74-0513-1DD0-A9D41CCCC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D9A6E3-B6C3-DF40-B612-1D2EBB94F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418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812E7C-BA26-A123-6110-1707A730A01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4CA68-C83D-304A-9858-DAFD7919524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E049A0-A149-9502-8977-293EA6452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18FEA6-0E30-36C0-F949-F1AF04BB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D9A6E3-B6C3-DF40-B612-1D2EBB94F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180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BF131-E381-AFCA-2B9B-2EBF88AFB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A08602-2987-3AF2-1BF1-DA52BAD93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C3D326-D82C-131C-B937-A56523B23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6803E1-1FB7-2C65-038F-34755882FF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4CA68-C83D-304A-9858-DAFD7919524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F2BF53-AACE-45E1-5498-DE4D187E9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9E9C42-7387-D35F-C6E6-DA660B582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D9A6E3-B6C3-DF40-B612-1D2EBB94F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291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2A2B9-714C-7170-124B-2A009A852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1385E8-32A6-8134-F123-3193BA45E4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E9E96F-BC1D-EE76-28CD-52E71ACDD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952144-5D3C-D943-2ACF-46FB70E20B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4CA68-C83D-304A-9858-DAFD7919524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D7E3C2-E928-20D2-A6FD-E91F8E02D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FA7958-9C2C-B436-4872-B4DCA935B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D9A6E3-B6C3-DF40-B612-1D2EBB94F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7298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7FB43-6786-15EC-B835-13DAE3B1DB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ADCBE1-36DF-D796-A2FD-6837A5D5F7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11905-450C-16E4-5C0B-8AA28E22B7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4CA68-C83D-304A-9858-DAFD7919524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24BCC-F955-E043-508C-25EC45831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81F56-896C-A585-51CD-665BBE1DA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D9A6E3-B6C3-DF40-B612-1D2EBB94F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060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563A2B-02C5-6CE8-44A9-52186E7809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BF6D7C-B84A-E6A3-8746-387E99EE45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0E6F5B-A795-26A9-36BB-02E4911B387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D4CA68-C83D-304A-9858-DAFD79195244}" type="datetimeFigureOut">
              <a:rPr lang="en-US" smtClean="0"/>
              <a:t>7/17/26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3ED52-E490-FF93-9E3B-C89C9D3FA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A9CA6-0AAD-16D1-D95D-125B63C84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D9A6E3-B6C3-DF40-B612-1D2EBB94FA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588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E6A6B6-D91D-B094-5765-572B02AA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136525"/>
            <a:ext cx="11429999" cy="5819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C17895-0A2D-2131-FA37-0E6FA193CA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996043"/>
            <a:ext cx="11430000" cy="55353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428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B8E83-F4D7-53CF-95E9-2086476097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73BB40-1669-202D-7180-6D0CDA3B20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9079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91941-D9A5-6CE1-2150-A94A81D8F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https://</a:t>
            </a:r>
            <a:r>
              <a:rPr lang="en-US" dirty="0" err="1"/>
              <a:t>petmily.com</a:t>
            </a:r>
            <a:r>
              <a:rPr lang="en-US" dirty="0"/>
              <a:t>/pet-behavior/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18DC651-4519-2F0E-205B-A7165DF0D6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199" y="1239498"/>
            <a:ext cx="3804558" cy="29492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060773-A754-C502-F649-920A9BA57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1371" y="1420586"/>
            <a:ext cx="5052438" cy="29492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962120A-80B7-3334-DA92-0CD87B589661}"/>
              </a:ext>
            </a:extLst>
          </p:cNvPr>
          <p:cNvSpPr txBox="1"/>
          <p:nvPr/>
        </p:nvSpPr>
        <p:spPr>
          <a:xfrm>
            <a:off x="865413" y="4996543"/>
            <a:ext cx="72662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GOOD: </a:t>
            </a:r>
            <a:r>
              <a:rPr lang="en-US" dirty="0" err="1"/>
              <a:t>寵物健康與行為相關問題可列入參考</a:t>
            </a:r>
            <a:endParaRPr lang="en-US" dirty="0"/>
          </a:p>
          <a:p>
            <a:r>
              <a:rPr lang="en-US" dirty="0"/>
              <a:t>BAD :</a:t>
            </a:r>
            <a:r>
              <a:rPr lang="en-US" dirty="0" err="1"/>
              <a:t>文章非有組織規劃</a:t>
            </a:r>
            <a:r>
              <a:rPr lang="zh-TW" altLang="en-US" dirty="0"/>
              <a:t> 凌亂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4539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BA985-8D4B-CC99-AB87-A173B925E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https://</a:t>
            </a:r>
            <a:r>
              <a:rPr lang="en-US" dirty="0" err="1"/>
              <a:t>www.dogcatstar.com</a:t>
            </a:r>
            <a:r>
              <a:rPr lang="en-US" dirty="0"/>
              <a:t>/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5D89BD-5074-D4A2-D2D9-F263BBDAE9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147831"/>
            <a:ext cx="4984780" cy="22811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8FDC94-DBAD-AC5E-0257-B28387339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4121" y="1774684"/>
            <a:ext cx="5159293" cy="3308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417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8BFCA9-B3FC-1A90-9E6C-23898C4E1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604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dirty="0"/>
              <a:t>https://</a:t>
            </a:r>
            <a:r>
              <a:rPr lang="en-US" sz="5200" dirty="0" err="1"/>
              <a:t>www.pettalk.tw</a:t>
            </a:r>
            <a:r>
              <a:rPr lang="en-US" sz="5200" dirty="0"/>
              <a:t>/blog/type/article/2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2BB711E-5663-F25D-3485-54C5A53C32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1634920"/>
            <a:ext cx="5828261" cy="193789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29D250-5937-948B-B1E6-D4F1D69084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1865" y="2291792"/>
            <a:ext cx="5137086" cy="28983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108B7E6-2FA6-14AD-AE21-86664A0573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189" y="3860445"/>
            <a:ext cx="5573486" cy="292640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439A17B-5B7B-DA75-23EF-A40E7F1517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1250" y="3572815"/>
            <a:ext cx="7772400" cy="2150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984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F09CC-63D2-B03A-838D-DADB36BA4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https://</a:t>
            </a:r>
            <a:r>
              <a:rPr lang="en-US" dirty="0" err="1"/>
              <a:t>maoup.com.tw</a:t>
            </a:r>
            <a:r>
              <a:rPr lang="en-US" dirty="0"/>
              <a:t>/?p=30645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5D0054B-D33E-9618-A163-A71ABD66B9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182116"/>
            <a:ext cx="11430000" cy="3162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6766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8A4276-ADA0-88F3-6CA5-B609DBBEF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https://</a:t>
            </a:r>
            <a:r>
              <a:rPr lang="en-US" dirty="0" err="1"/>
              <a:t>www.boqii.com</a:t>
            </a:r>
            <a:r>
              <a:rPr lang="en-US" dirty="0"/>
              <a:t>/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FC8E2BC-A1DC-1F5B-8084-55CEC82294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5393" y="1241312"/>
            <a:ext cx="2273300" cy="4064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CFFD1A8-23E0-71EC-D44A-2E5302A8C4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6107" y="847612"/>
            <a:ext cx="6591300" cy="485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1502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98AEB-509E-EFF4-7D10-812FB372A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https://</a:t>
            </a:r>
            <a:r>
              <a:rPr lang="en-US" dirty="0" err="1"/>
              <a:t>www.petmd.com</a:t>
            </a:r>
            <a:r>
              <a:rPr lang="en-US" dirty="0"/>
              <a:t>/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1A7E267-AFD8-D248-2DAB-05FF9BA086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201408"/>
            <a:ext cx="4969507" cy="22275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EA296F-8053-8D02-D283-FB9E4CA21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503" y="718457"/>
            <a:ext cx="5742297" cy="56565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31A348A-D8A1-F618-D967-07664651E9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" y="3911951"/>
            <a:ext cx="33274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026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F20722-3BC8-C802-D580-6260A7060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FE83E-DF19-2F1B-19BC-AF1353DE6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626A83-2F94-0BC5-E6F4-901BA1DC2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16" y="996043"/>
            <a:ext cx="4755204" cy="3179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671043-81DF-E668-F8A3-27B55B73D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152" y="3763736"/>
            <a:ext cx="6036230" cy="3179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45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3579</TotalTime>
  <Words>65</Words>
  <Application>Microsoft Macintosh PowerPoint</Application>
  <PresentationFormat>Widescreen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https://petmily.com/pet-behavior/</vt:lpstr>
      <vt:lpstr>https://www.dogcatstar.com/</vt:lpstr>
      <vt:lpstr>https://www.pettalk.tw/blog/type/article/2</vt:lpstr>
      <vt:lpstr>https://maoup.com.tw/?p=30645</vt:lpstr>
      <vt:lpstr>https://www.boqii.com/</vt:lpstr>
      <vt:lpstr>https://www.petmd.com/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HC7415</dc:creator>
  <cp:lastModifiedBy>HC7415</cp:lastModifiedBy>
  <cp:revision>9</cp:revision>
  <dcterms:created xsi:type="dcterms:W3CDTF">2026-07-15T06:33:33Z</dcterms:created>
  <dcterms:modified xsi:type="dcterms:W3CDTF">2026-07-17T21:40:37Z</dcterms:modified>
</cp:coreProperties>
</file>